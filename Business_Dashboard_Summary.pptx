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7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9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7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7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9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5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5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7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02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9040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61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55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65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61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563" y="1400706"/>
            <a:ext cx="8480874" cy="1400530"/>
          </a:xfrm>
        </p:spPr>
        <p:txBody>
          <a:bodyPr/>
          <a:lstStyle/>
          <a:p>
            <a:r>
              <a:rPr sz="4800" dirty="0"/>
              <a:t>Business Dashboard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436" y="2787430"/>
            <a:ext cx="6711654" cy="2217323"/>
          </a:xfrm>
        </p:spPr>
        <p:txBody>
          <a:bodyPr/>
          <a:lstStyle/>
          <a:p>
            <a:r>
              <a:rPr dirty="0"/>
              <a:t>Power BI Interactive Dashboard</a:t>
            </a:r>
          </a:p>
          <a:p>
            <a:r>
              <a:rPr dirty="0"/>
              <a:t>Provides KPIs, Sales Trends, Region &amp; Product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58" y="1312254"/>
            <a:ext cx="7735746" cy="1400530"/>
          </a:xfrm>
        </p:spPr>
        <p:txBody>
          <a:bodyPr/>
          <a:lstStyle/>
          <a:p>
            <a:r>
              <a:rPr dirty="0"/>
              <a:t>Project Overview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44" y="2712784"/>
            <a:ext cx="6711654" cy="2747675"/>
          </a:xfrm>
        </p:spPr>
        <p:txBody>
          <a:bodyPr/>
          <a:lstStyle/>
          <a:p>
            <a:r>
              <a:rPr dirty="0"/>
              <a:t>- Interactive dashboard with slicers</a:t>
            </a:r>
          </a:p>
          <a:p>
            <a:r>
              <a:rPr dirty="0"/>
              <a:t>- KPI cards: Sales, Profit, Margin, Customers</a:t>
            </a:r>
          </a:p>
          <a:p>
            <a:r>
              <a:rPr dirty="0"/>
              <a:t>- Charts: Sales trend, region-wise, product-wise</a:t>
            </a:r>
          </a:p>
          <a:p>
            <a:r>
              <a:rPr dirty="0"/>
              <a:t>- Time-series YoY growth</a:t>
            </a:r>
          </a:p>
          <a:p>
            <a:r>
              <a:rPr dirty="0"/>
              <a:t>- Multi-page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Dataset Fields:</a:t>
            </a:r>
          </a:p>
          <a:p>
            <a:r>
              <a:t>- Date, Product, Region, Sales, Profit, CustomerID</a:t>
            </a:r>
          </a:p>
          <a:p>
            <a:endParaRPr/>
          </a:p>
          <a:p>
            <a:r>
              <a:t>Key DAX Measures:</a:t>
            </a:r>
          </a:p>
          <a:p>
            <a:r>
              <a:t>- Total Sales</a:t>
            </a:r>
          </a:p>
          <a:p>
            <a:r>
              <a:t>- Total Profit</a:t>
            </a:r>
          </a:p>
          <a:p>
            <a:r>
              <a:t>- Profit Margin</a:t>
            </a:r>
          </a:p>
          <a:p>
            <a:r>
              <a:t>- Customer Count</a:t>
            </a:r>
          </a:p>
          <a:p>
            <a:r>
              <a:t>- YoY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Instructions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How to Use:</a:t>
            </a:r>
          </a:p>
          <a:p>
            <a:r>
              <a:t>1. Open Power BI Desktop</a:t>
            </a:r>
          </a:p>
          <a:p>
            <a:r>
              <a:t>2. Load dataset</a:t>
            </a:r>
          </a:p>
          <a:p>
            <a:r>
              <a:t>3. Open PBIX file</a:t>
            </a:r>
          </a:p>
          <a:p>
            <a:r>
              <a:t>4. Use slicers &amp; navigate pages</a:t>
            </a:r>
          </a:p>
          <a:p>
            <a:endParaRPr/>
          </a:p>
          <a:p>
            <a:r>
              <a:t>Tools:</a:t>
            </a:r>
          </a:p>
          <a:p>
            <a:r>
              <a:t>- Power BI Desktop</a:t>
            </a:r>
          </a:p>
          <a:p>
            <a:r>
              <a:t>- Kaggle Dataset</a:t>
            </a:r>
          </a:p>
          <a:p>
            <a:r>
              <a:t>- Power Query &amp; DAX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274" y="1229958"/>
            <a:ext cx="7690026" cy="1400530"/>
          </a:xfrm>
        </p:spPr>
        <p:txBody>
          <a:bodyPr/>
          <a:lstStyle/>
          <a:p>
            <a:r>
              <a:rPr dirty="0"/>
              <a:t>Outcome</a:t>
            </a:r>
            <a:r>
              <a:rPr lang="en-US" dirty="0"/>
              <a:t> of this project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- Professional dashboard for insights</a:t>
            </a:r>
          </a:p>
          <a:p>
            <a:r>
              <a:rPr dirty="0"/>
              <a:t>- Helps monitor KPIs &amp; trends</a:t>
            </a:r>
          </a:p>
          <a:p>
            <a:r>
              <a:rPr lang="en-US" dirty="0"/>
              <a:t>Help track business performance</a:t>
            </a:r>
          </a:p>
          <a:p>
            <a:r>
              <a:rPr lang="en-US" dirty="0"/>
              <a:t>Identify trends in sales and profit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161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Business Dashboard Project</vt:lpstr>
      <vt:lpstr>Project Overview &amp; Features</vt:lpstr>
      <vt:lpstr>Dataset &amp; DAX Measures</vt:lpstr>
      <vt:lpstr>Usage Instructions &amp; Tools</vt:lpstr>
      <vt:lpstr>Outcome of this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Sampath kumar dadi</dc:creator>
  <cp:keywords/>
  <dc:description>generated using python-pptx</dc:description>
  <cp:lastModifiedBy>Sampath kumar dadi</cp:lastModifiedBy>
  <cp:revision>2</cp:revision>
  <dcterms:created xsi:type="dcterms:W3CDTF">2013-01-27T09:14:16Z</dcterms:created>
  <dcterms:modified xsi:type="dcterms:W3CDTF">2025-11-19T14:59:21Z</dcterms:modified>
  <cp:category/>
</cp:coreProperties>
</file>